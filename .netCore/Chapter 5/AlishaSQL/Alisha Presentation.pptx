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52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81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911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06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6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98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5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71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73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87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91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87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187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76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8896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928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7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025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081" y="2400893"/>
            <a:ext cx="8229600" cy="2325343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          </a:t>
            </a:r>
            <a:r>
              <a:rPr lang="en-GB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(SQL)</a:t>
            </a:r>
            <a:r>
              <a:rPr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Query Language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stands for Structured Query Language.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store, manage, and retrieve data from relational databases.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communicate with databases using commands.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Easy to learn and use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handle large amounts of data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data manipulation and definition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data security through permissions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 with all major databases like MySQL, SQL Server, Oracle,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Categories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is mainly divided into three categories: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DDL – Data Definition Language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DML – Data Manipulation Language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DCL – Data Control Language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</a:t>
            </a:r>
            <a:r>
              <a:rPr dirty="0"/>
              <a:t>DDL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 (Data Definition Language) is used to define the structure of the database.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deals with the creation and modification of database objects such as tables, schemas, and indexes.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DDL Command – CREATE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is used to create new tables or databases.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Students (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ID INT PRIMARY KEY,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VARCHAR(50),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 INT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DDL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6345260" cy="2402289"/>
          </a:xfrm>
        </p:spPr>
        <p:txBody>
          <a:bodyPr>
            <a:no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– Modify an existing table structure</a:t>
            </a:r>
          </a:p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ALTER TABLE Students ADD Email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VARCHAR(50);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Delete a table from the database</a:t>
            </a:r>
          </a:p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DROP TABLE Students;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TRUNCATE – Remove all data from a table but keep the 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</a:t>
            </a:r>
            <a:r>
              <a:rPr dirty="0"/>
              <a:t>DML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(Data Manipulation Language) is used to work with the data inside tables.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insert, update, and delete records from database tables.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DML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DML commands: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INSERT – Add data into a table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UPDATE – Modify existing data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DELETE – Remove data from a 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DML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Students VALUES (1, 'John', 20);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Students SET Age = 21 WHERE ID = 1;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FROM Students WHERE ID = 1;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</a:t>
            </a:r>
            <a:r>
              <a:rPr dirty="0"/>
              <a:t> DCL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DCL (Data Control Language) is used to control access to data in the database.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manages user permissions and access rights.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DCL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GRANT – Gives access or privileges to users.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REVOKE – Removes access or privileges from users.</a:t>
            </a:r>
          </a:p>
          <a:p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commands help maintain database security.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DCL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GRANT SELECT ON Students TO User1;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REVOKE INSERT ON Students FROM User1;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only authorized users can perform specific operations.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Usage of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is used in various applications: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Banking systems for transactions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E-commerce websites for product data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analysis and reporting</a:t>
            </a:r>
          </a:p>
          <a:p>
            <a:pPr marL="0" indent="0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Cloud databases like Azure SQL, Amazon RDS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A86E8-FE39-9F36-9A29-D5A9E9F76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8125" y="2719370"/>
            <a:ext cx="6343672" cy="2249237"/>
          </a:xfrm>
        </p:spPr>
        <p:txBody>
          <a:bodyPr/>
          <a:lstStyle/>
          <a:p>
            <a:r>
              <a:rPr lang="en-GB" sz="4000" b="1" dirty="0">
                <a:solidFill>
                  <a:schemeClr val="tx1"/>
                </a:solidFill>
                <a:latin typeface="Algerian" panose="04020705040A02060702" pitchFamily="82" charset="0"/>
              </a:rPr>
              <a:t>THANK YOU</a:t>
            </a:r>
            <a:endParaRPr lang="en-US" sz="4000" b="1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8437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232</TotalTime>
  <Words>457</Words>
  <Application>Microsoft Office PowerPoint</Application>
  <PresentationFormat>On-screen Show (4:3)</PresentationFormat>
  <Paragraphs>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Algerian</vt:lpstr>
      <vt:lpstr>Arial</vt:lpstr>
      <vt:lpstr>Century Gothic</vt:lpstr>
      <vt:lpstr>Times New Roman</vt:lpstr>
      <vt:lpstr>Wingdings 3</vt:lpstr>
      <vt:lpstr>Ion Boardroom</vt:lpstr>
      <vt:lpstr>          (SQL)Structured Query Language)</vt:lpstr>
      <vt:lpstr>Introduction to SQL</vt:lpstr>
      <vt:lpstr>Features of SQL</vt:lpstr>
      <vt:lpstr>SQL Categories Overview</vt:lpstr>
      <vt:lpstr>     DDL</vt:lpstr>
      <vt:lpstr>DDL Command – CREATE</vt:lpstr>
      <vt:lpstr>Other DDL Commands</vt:lpstr>
      <vt:lpstr>     DML</vt:lpstr>
      <vt:lpstr>DML Commands</vt:lpstr>
      <vt:lpstr>DML Examples</vt:lpstr>
      <vt:lpstr>     DCL</vt:lpstr>
      <vt:lpstr>DCL Commands</vt:lpstr>
      <vt:lpstr>DCL Examples</vt:lpstr>
      <vt:lpstr>Real-world Usage of SQL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alishavarghese2019@gmail.com</cp:lastModifiedBy>
  <cp:revision>4</cp:revision>
  <dcterms:created xsi:type="dcterms:W3CDTF">2013-01-27T09:14:16Z</dcterms:created>
  <dcterms:modified xsi:type="dcterms:W3CDTF">2025-10-28T07:50:03Z</dcterms:modified>
  <cp:category/>
</cp:coreProperties>
</file>